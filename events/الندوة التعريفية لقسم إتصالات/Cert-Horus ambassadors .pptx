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8A1D"/>
    <a:srgbClr val="033B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4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0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7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2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78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02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55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8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5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8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47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72517-3CF0-4E04-AC9A-B5C62CF6E8F9}" type="datetimeFigureOut">
              <a:rPr lang="en-US" smtClean="0"/>
              <a:t>03-Sep-21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9E7C1-B813-459F-A9F1-520F297F5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3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9155" y="2568698"/>
            <a:ext cx="3270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Hossam </a:t>
            </a:r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Elbadry</a:t>
            </a:r>
            <a:endParaRPr lang="en-US" sz="3200" b="1" dirty="0">
              <a:solidFill>
                <a:srgbClr val="FF0000"/>
              </a:solidFill>
              <a:latin typeface="Adobe Caslon Pro Bold" panose="0205070206050A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358073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2531" y="2568698"/>
            <a:ext cx="4363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Abdelghfar</a:t>
            </a:r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Elmowafy</a:t>
            </a:r>
            <a:endParaRPr lang="en-US" sz="3200" b="1" dirty="0">
              <a:solidFill>
                <a:srgbClr val="FF0000"/>
              </a:solidFill>
              <a:latin typeface="Adobe Caslon Pro Bold" panose="0205070206050A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197205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4836" y="2568698"/>
            <a:ext cx="53190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Abdelrahman </a:t>
            </a:r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abu-Elkasem</a:t>
            </a:r>
            <a:endParaRPr lang="en-US" sz="3200" b="1" dirty="0">
              <a:solidFill>
                <a:srgbClr val="FF0000"/>
              </a:solidFill>
              <a:latin typeface="Adobe Caslon Pro Bold" panose="0205070206050A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10818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9336" y="2568698"/>
            <a:ext cx="26500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Karim Yasser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201577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8848" y="2568698"/>
            <a:ext cx="31710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Yasser </a:t>
            </a:r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Elhadidy</a:t>
            </a:r>
            <a:endParaRPr lang="en-US" sz="3200" b="1" dirty="0">
              <a:solidFill>
                <a:srgbClr val="FF0000"/>
              </a:solidFill>
              <a:latin typeface="Adobe Caslon Pro Bold" panose="0205070206050A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349793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8848" y="2568698"/>
            <a:ext cx="31710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Mohamed Dora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1792308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2907" y="2568698"/>
            <a:ext cx="39629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Mohamed </a:t>
            </a:r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Elhosiny</a:t>
            </a:r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249545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1942" y="2568698"/>
            <a:ext cx="3284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Waleed </a:t>
            </a:r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Elagmey</a:t>
            </a:r>
            <a:endParaRPr lang="en-US" sz="3200" b="1" dirty="0">
              <a:solidFill>
                <a:srgbClr val="FF0000"/>
              </a:solidFill>
              <a:latin typeface="Adobe Caslon Pro Bold" panose="0205070206050A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339361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59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53280" y="2013094"/>
            <a:ext cx="5239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This certificate is proudly presented to 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71942" y="2568698"/>
            <a:ext cx="32848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Hassan </a:t>
            </a:r>
            <a:r>
              <a:rPr lang="en-US" sz="3200" b="1" dirty="0" err="1">
                <a:solidFill>
                  <a:srgbClr val="FF0000"/>
                </a:solidFill>
                <a:latin typeface="Adobe Caslon Pro Bold" panose="0205070206050A020403" pitchFamily="18" charset="0"/>
              </a:rPr>
              <a:t>Abdelall</a:t>
            </a:r>
            <a:endParaRPr lang="en-US" sz="3200" b="1" dirty="0">
              <a:solidFill>
                <a:srgbClr val="FF0000"/>
              </a:solidFill>
              <a:latin typeface="Adobe Caslon Pro Bold" panose="0205070206050A0204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66" y="3123298"/>
            <a:ext cx="7714228" cy="1666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i="1" dirty="0">
                <a:solidFill>
                  <a:srgbClr val="FF0000"/>
                </a:solidFill>
                <a:latin typeface="Adobe Caslon Pro Bold" panose="0205070206050A020403" pitchFamily="18" charset="0"/>
              </a:rPr>
              <a:t>From</a:t>
            </a:r>
            <a:r>
              <a:rPr lang="en-US" sz="2000" b="1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 Horus Ambassadors Team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0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For organizing the introductory seminar of Communication Dept.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in Horus University - Egypt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on</a:t>
            </a:r>
            <a:r>
              <a:rPr lang="en-US" sz="2400" i="1" dirty="0">
                <a:solidFill>
                  <a:srgbClr val="033B5F"/>
                </a:solidFill>
                <a:latin typeface="Adobe Caslon Pro Bold" panose="0205070206050A020403" pitchFamily="18" charset="0"/>
              </a:rPr>
              <a:t> Wednesday </a:t>
            </a:r>
            <a:r>
              <a:rPr lang="en-US" sz="2400" i="1" dirty="0">
                <a:solidFill>
                  <a:srgbClr val="B68A1D"/>
                </a:solidFill>
                <a:latin typeface="Adobe Caslon Pro Bold" panose="0205070206050A020403" pitchFamily="18" charset="0"/>
              </a:rPr>
              <a:t>25 August 2021</a:t>
            </a:r>
          </a:p>
        </p:txBody>
      </p:sp>
    </p:spTree>
    <p:extLst>
      <p:ext uri="{BB962C8B-B14F-4D97-AF65-F5344CB8AC3E}">
        <p14:creationId xmlns:p14="http://schemas.microsoft.com/office/powerpoint/2010/main" val="2569594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</TotalTime>
  <Words>288</Words>
  <Application>Microsoft Office PowerPoint</Application>
  <PresentationFormat>A4 Paper (210x297 mm)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Adobe Caslon Pro Bold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Jomaa</dc:creator>
  <cp:lastModifiedBy>Mohamed Kamal Hassan</cp:lastModifiedBy>
  <cp:revision>17</cp:revision>
  <dcterms:created xsi:type="dcterms:W3CDTF">2021-08-09T11:11:47Z</dcterms:created>
  <dcterms:modified xsi:type="dcterms:W3CDTF">2021-09-02T22:48:54Z</dcterms:modified>
</cp:coreProperties>
</file>